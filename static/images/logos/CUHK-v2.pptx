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38"/>
  </p:normalViewPr>
  <p:slideViewPr>
    <p:cSldViewPr snapToGrid="0">
      <p:cViewPr>
        <p:scale>
          <a:sx n="91" d="100"/>
          <a:sy n="91" d="100"/>
        </p:scale>
        <p:origin x="41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BC803-6859-B2E0-06E4-D9A3245D3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0FCBAC-1A7C-F3DB-5FAF-F4F23E50C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41201C-3875-EDC8-C7AF-BE5ABDDD4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D77-FF7C-D44C-AFC0-8B426A825B5C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CAD52-7571-4A38-4E17-28240526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180DD-2E0F-267D-A36F-D4063361B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891E-E026-F645-AC77-5F6BCAAF68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2047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5FB24-499A-022A-B6AB-D47D608D2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1D22AD-BD09-D50B-49DA-FA5AFD79D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48BF49-A42A-B1C3-0B63-920CB3BA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D77-FF7C-D44C-AFC0-8B426A825B5C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9400EA-8270-913B-E45F-E8754D75D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A8D303-6906-76D2-A854-72DB5718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891E-E026-F645-AC77-5F6BCAAF68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4435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3814AE-5A33-818C-85E7-A118F7306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1E4A4E-CA21-BA33-5A4D-0DCEF9753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C306C7-80AB-9D60-B49D-B24DB034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D77-FF7C-D44C-AFC0-8B426A825B5C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1A692A-2B08-CA7F-1B43-75DFE006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DE4347-AE47-24E8-E77B-974F1DDEB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891E-E026-F645-AC77-5F6BCAAF68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092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C50CEA-3D0D-F2A0-B4E3-9BF217F7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9446F2-3578-95A0-B61B-86445C23E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170ECA-AC33-D816-02E9-8F1874D3F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A9DB9A-7F81-CADF-E7CC-DD479D37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D77-FF7C-D44C-AFC0-8B426A825B5C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22A794-1CD1-C390-E2ED-6E178FC2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2DF212-CFD0-E432-EAC1-EB4B0AC41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891E-E026-F645-AC77-5F6BCAAF68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030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A905AE-BA67-8BA3-04D6-DCC7D4C38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5D4565-7771-68D9-3BE5-9F17EAA7E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DB8933-B111-E88B-4A32-88A7F06CC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804FF6-50F4-C5C2-2D87-69E526C5D7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A4FB86-CDA1-0AC6-0266-8A46BF848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2AF909-9967-CADC-9F04-4E30E5D06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D77-FF7C-D44C-AFC0-8B426A825B5C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87E3F6-B40E-0C5E-205F-F84563E94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29F5AE2-44B3-27BC-A08B-DC52A3C9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891E-E026-F645-AC77-5F6BCAAF68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6420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6C773-0215-D2CC-8BB2-3DD358E56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DF4E2D-EE80-9E82-FC78-331792B7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D77-FF7C-D44C-AFC0-8B426A825B5C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7AC30B-A678-E5E0-2DF9-14E2CC045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676740-2F80-8793-BC99-5C7F1F74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891E-E026-F645-AC77-5F6BCAAF68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8645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165CBC-866F-5591-E4D5-8E02A0E65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D77-FF7C-D44C-AFC0-8B426A825B5C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B8471B-48A6-2DA4-A24D-B79C8A64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B470CF-211C-83D0-C269-58B30511F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891E-E026-F645-AC77-5F6BCAAF68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9914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2B600-BEF7-BE65-5CA1-F3C455393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EDB517-C0B5-B287-EAA3-FE2EC5545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8A15EC-890C-3476-894B-6D732D6D7B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8D1D73-7DC3-9467-3F33-9838EAAAC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D77-FF7C-D44C-AFC0-8B426A825B5C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A71C6B-F193-58AD-9138-AF57D1935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9FE55D-7721-FBFD-A6D6-6B276039A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891E-E026-F645-AC77-5F6BCAAF68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371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6D4C2-AAC2-75DE-5D42-F441F05E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EFBF49-15EB-CFCE-93A6-44C454E88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9DE379-BC58-4BEC-65D3-2AFC09CC6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28B761-0D58-94E1-89C7-B15CA93B4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D77-FF7C-D44C-AFC0-8B426A825B5C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205C66-A062-B38A-C636-7C0FB24D9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FD4DD5-236A-9C31-0FDE-A2C2048F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891E-E026-F645-AC77-5F6BCAAF68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939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43FBE-4029-1B80-2788-4DCEB733C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5EE2EB-FDD3-0B46-02E7-99F5C0F0A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273AA3-616D-C815-7160-C89AF142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D77-FF7C-D44C-AFC0-8B426A825B5C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779396-844C-E4BC-CA35-90AE730DD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B6B77F-0256-365C-A1C4-F2CB49A8D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891E-E026-F645-AC77-5F6BCAAF68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640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04E48A-B77A-45AA-747E-C30A5EFAC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AB6336-4CB0-C7F4-49FC-B05FE9B30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FAD92E-6D34-F8BC-8284-17C659110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D77-FF7C-D44C-AFC0-8B426A825B5C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D0388A-FB6F-31CC-C2E5-D275B530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BE029B-33B2-5040-154C-AE39CE80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9891E-E026-F645-AC77-5F6BCAAF68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9531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B493C8-96CE-2114-157C-73EDDBB3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2DB20F-3748-8591-2097-E792897B9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62E27-184C-C5E6-E4E8-D272A5E88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3AD77-FF7C-D44C-AFC0-8B426A825B5C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C41DCD-AE63-832F-4821-A16C271D5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5B84A6-E047-839D-48C8-B5046A4E3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9891E-E026-F645-AC77-5F6BCAAF68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951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3C1354E-EA97-D468-E0A9-0BEBA332C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2330450"/>
            <a:ext cx="5080000" cy="2197100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67992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F1888-8563-BCA5-15B4-E51660534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88B39BC-7A85-8D7C-A77F-111FDD327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2330450"/>
            <a:ext cx="5080000" cy="21971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3C1F1D6-4F59-F579-E0D7-8AFE8374CA6F}"/>
              </a:ext>
            </a:extLst>
          </p:cNvPr>
          <p:cNvSpPr txBox="1"/>
          <p:nvPr/>
        </p:nvSpPr>
        <p:spPr>
          <a:xfrm>
            <a:off x="4932485" y="143314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GB" dirty="0"/>
              <a:t>智</a:t>
            </a:r>
            <a:r>
              <a:rPr kumimoji="1" lang="zh-CN" altLang="en-US" dirty="0"/>
              <a:t>平方</a:t>
            </a:r>
          </a:p>
        </p:txBody>
      </p:sp>
    </p:spTree>
    <p:extLst>
      <p:ext uri="{BB962C8B-B14F-4D97-AF65-F5344CB8AC3E}">
        <p14:creationId xmlns:p14="http://schemas.microsoft.com/office/powerpoint/2010/main" val="852694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E58D7-C947-0054-5CA2-516641ED5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06400BEE-E9A5-7232-F9C8-2FE39544A7A2}"/>
              </a:ext>
            </a:extLst>
          </p:cNvPr>
          <p:cNvGrpSpPr/>
          <p:nvPr/>
        </p:nvGrpSpPr>
        <p:grpSpPr>
          <a:xfrm>
            <a:off x="266030" y="387797"/>
            <a:ext cx="11492381" cy="2430460"/>
            <a:chOff x="266030" y="387797"/>
            <a:chExt cx="11492381" cy="243046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63BDA29-F7A8-545F-2FEB-7FF39E118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171" y="400676"/>
              <a:ext cx="3607240" cy="241643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443BB76-6B2C-EEB5-E79B-DBAE7AC40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030" y="400676"/>
              <a:ext cx="5296247" cy="241758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00E326BD-EE80-46BC-EF54-D8CA17A7B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36519" y="387797"/>
              <a:ext cx="2576015" cy="24175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32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26DBA-0CA0-4857-F409-1ED16AE51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E7692AD-C2BC-3D02-DF03-FACB87B6DFE8}"/>
              </a:ext>
            </a:extLst>
          </p:cNvPr>
          <p:cNvGrpSpPr/>
          <p:nvPr/>
        </p:nvGrpSpPr>
        <p:grpSpPr>
          <a:xfrm>
            <a:off x="266030" y="387797"/>
            <a:ext cx="11492381" cy="2430460"/>
            <a:chOff x="266030" y="387797"/>
            <a:chExt cx="11492381" cy="243046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EED08FC-109C-2D5F-7D3A-5E63DFEE6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171" y="400676"/>
              <a:ext cx="3607240" cy="241643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2DF118A-10CD-270C-F698-5194EBF9F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030" y="400676"/>
              <a:ext cx="5296247" cy="241758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DA842DD-4531-1B5F-75D6-39BC3D255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36519" y="387797"/>
              <a:ext cx="2576015" cy="24175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842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963F7-4E45-05B8-62CF-7B29F58B0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A2E38AC-C4AE-4486-193F-3618A826D715}"/>
              </a:ext>
            </a:extLst>
          </p:cNvPr>
          <p:cNvGrpSpPr/>
          <p:nvPr/>
        </p:nvGrpSpPr>
        <p:grpSpPr>
          <a:xfrm>
            <a:off x="266030" y="400676"/>
            <a:ext cx="11460357" cy="3137643"/>
            <a:chOff x="266030" y="400676"/>
            <a:chExt cx="11460357" cy="313764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85013D3-9FC5-3091-BF0E-BA1B13378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13907" y="400676"/>
              <a:ext cx="3607240" cy="241643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9B9C243-EA30-8ECB-F75F-129FDF519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76"/>
            <a:stretch/>
          </p:blipFill>
          <p:spPr>
            <a:xfrm>
              <a:off x="266030" y="400676"/>
              <a:ext cx="5249867" cy="241758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AAAF974-EAB1-A4B7-12A6-170D2982F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50372" y="400676"/>
              <a:ext cx="2576015" cy="2417581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6B1C50B-DCB3-3EA2-09F2-BED72945AF05}"/>
                </a:ext>
              </a:extLst>
            </p:cNvPr>
            <p:cNvSpPr txBox="1"/>
            <p:nvPr/>
          </p:nvSpPr>
          <p:spPr>
            <a:xfrm>
              <a:off x="3501818" y="2891988"/>
              <a:ext cx="20120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GB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Single-arm</a:t>
              </a:r>
            </a:p>
            <a:p>
              <a:pPr algn="ctr"/>
              <a:r>
                <a:rPr kumimoji="1" lang="en-GB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Manipulation Setup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640F5AC-7A97-79D5-0A20-3545B995DF35}"/>
                </a:ext>
              </a:extLst>
            </p:cNvPr>
            <p:cNvSpPr txBox="1"/>
            <p:nvPr/>
          </p:nvSpPr>
          <p:spPr>
            <a:xfrm>
              <a:off x="9432334" y="2891988"/>
              <a:ext cx="20120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GB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Dual-arm</a:t>
              </a:r>
              <a:br>
                <a:rPr kumimoji="1" lang="en-GB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kumimoji="1" lang="en-GB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Manipulation Setup</a:t>
              </a:r>
              <a:endParaRPr kumimoji="1"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2382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A30D2-6100-24FC-D011-51F21C22C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AC4F40E-A5ED-C3F9-8BD5-024D27828F35}"/>
              </a:ext>
            </a:extLst>
          </p:cNvPr>
          <p:cNvGrpSpPr/>
          <p:nvPr/>
        </p:nvGrpSpPr>
        <p:grpSpPr>
          <a:xfrm>
            <a:off x="266030" y="400676"/>
            <a:ext cx="11460357" cy="2417581"/>
            <a:chOff x="266030" y="400676"/>
            <a:chExt cx="11460357" cy="241758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3B09D4E-7AF4-F2BE-0A91-D4CD4F54F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13907" y="400676"/>
              <a:ext cx="3607240" cy="241643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A1AD4A1-1039-451B-A832-F0DCF1E40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76"/>
            <a:stretch/>
          </p:blipFill>
          <p:spPr>
            <a:xfrm>
              <a:off x="266030" y="400676"/>
              <a:ext cx="5249867" cy="241758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F033E15-DB81-5FC1-AEB9-CBE96666F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50372" y="400676"/>
              <a:ext cx="2576015" cy="24175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4370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A1FBC-CB9B-7B2F-A3AF-D5253B36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5D49430-D350-D28D-DA3C-979E5FC476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9" t="2877" r="70063" b="4667"/>
          <a:stretch/>
        </p:blipFill>
        <p:spPr>
          <a:xfrm>
            <a:off x="2511380" y="2369713"/>
            <a:ext cx="2083867" cy="207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29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59187-8622-EEA9-CDD4-EF0FEFB14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D3307EA-2B84-FA31-4526-4741E083C4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70" t="38824" r="11079" b="38914"/>
          <a:stretch/>
        </p:blipFill>
        <p:spPr>
          <a:xfrm>
            <a:off x="1758462" y="2011680"/>
            <a:ext cx="6105378" cy="115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27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2227</TotalTime>
  <Words>9</Words>
  <Application>Microsoft Macintosh PowerPoint</Application>
  <PresentationFormat>宽屏</PresentationFormat>
  <Paragraphs>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QINGPO WUWU</dc:creator>
  <cp:lastModifiedBy>QINGPO WUWU</cp:lastModifiedBy>
  <cp:revision>1</cp:revision>
  <dcterms:created xsi:type="dcterms:W3CDTF">2026-04-09T14:07:16Z</dcterms:created>
  <dcterms:modified xsi:type="dcterms:W3CDTF">2026-04-11T03:15:01Z</dcterms:modified>
</cp:coreProperties>
</file>